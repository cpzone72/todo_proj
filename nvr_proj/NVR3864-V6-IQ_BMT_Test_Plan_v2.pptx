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NVR3864-V6-IQ 신규 도입 BMT 테스트 계획 (LPR 포함)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성능, 안정성, AI 및 차량번호 인식(LPR) 기능 검증</a:t>
            </a:r>
          </a:p>
          <a:p/>
          <a:p>
            <a:r>
              <a:t>대상 장비: NVR3864-V6-IQ (64ch, 8HDD, 2U)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BMT 개요 및 목적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대상 장비</a:t>
            </a:r>
          </a:p>
          <a:p>
            <a:r>
              <a:t>- 모델명: NVR3864-V6-IQ</a:t>
            </a:r>
          </a:p>
          <a:p>
            <a:r>
              <a:t>- 주요 스펙: 64채널 입력, 8 SATA HDD, RAID 지원, 4K 출력</a:t>
            </a:r>
          </a:p>
          <a:p/>
          <a:p>
            <a:r>
              <a:t>■ 목적</a:t>
            </a:r>
          </a:p>
          <a:p>
            <a:r>
              <a:t>- 64채널 대용량 데이터 처리 능력 검증</a:t>
            </a:r>
          </a:p>
          <a:p>
            <a:r>
              <a:t>- AI 분석 및 차량번호 인식(LPR) 정확도 확인</a:t>
            </a:r>
          </a:p>
          <a:p>
            <a:r>
              <a:t>- RAID 및 Failover 안정성 확보를 통한 현장 도입 적합성 판단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테스트 환경 구성 (권장)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NVR</a:t>
            </a:r>
          </a:p>
          <a:p>
            <a:r>
              <a:t>- NVR3864-V6-IQ 본체 (HDD 8TB x 8EA, RAID 5/6 권장)</a:t>
            </a:r>
          </a:p>
          <a:p/>
          <a:p>
            <a:r>
              <a:t>■ 카메라 및 입력 소스</a:t>
            </a:r>
          </a:p>
          <a:p>
            <a:r>
              <a:t>- LPR 카메라: 차량번호 식별 전용 카메라 1대 이상 필수</a:t>
            </a:r>
          </a:p>
          <a:p>
            <a:r>
              <a:t>- 일반 AI 카메라: 4K(8MP) 4대 이상</a:t>
            </a:r>
          </a:p>
          <a:p>
            <a:r>
              <a:t>- 시뮬레이터: RTSP 64채널 풀 로드 (H.265, 4Mbps 기준)</a:t>
            </a:r>
          </a:p>
          <a:p/>
          <a:p>
            <a:r>
              <a:t>■ 디스플레이 및 네트워크</a:t>
            </a:r>
          </a:p>
          <a:p>
            <a:r>
              <a:t>- 4K 모니터 2대, L2 기가비트 스위치, 클라이언트 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3-A. 기본 성능 및 UI (General Performance)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A-1. 부팅 속도</a:t>
            </a:r>
          </a:p>
          <a:p>
            <a:r>
              <a:t>   - 콜드 부팅 후 녹화 시작까지 3분 이내</a:t>
            </a:r>
          </a:p>
          <a:p/>
          <a:p>
            <a:r>
              <a:t>A-2. 출력 해상도</a:t>
            </a:r>
          </a:p>
          <a:p>
            <a:r>
              <a:t>   - HDMI 1/2 독립 4K 출력 확인 (60Hz/30Hz)</a:t>
            </a:r>
          </a:p>
          <a:p/>
          <a:p>
            <a:r>
              <a:t>A-3. UI 반응성</a:t>
            </a:r>
          </a:p>
          <a:p>
            <a:r>
              <a:t>   - 64채널 라이브 상태에서 메뉴 진입/전환 시 지연(Lag) 없음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3-B. 영상 처리 및 부하 (Processing &amp; Load)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B-1. 입력 대역폭 한계 테스트</a:t>
            </a:r>
          </a:p>
          <a:p>
            <a:r>
              <a:t>   - 384Mbps(Smart Off) 부하 인가 시 프레임 드랍 여부</a:t>
            </a:r>
          </a:p>
          <a:p/>
          <a:p>
            <a:r>
              <a:t>B-2. 압축 효율 검증</a:t>
            </a:r>
          </a:p>
          <a:p>
            <a:r>
              <a:t>   - Ultra 265 vs H.264 비트레이트 절감률 비교 (약 50%)</a:t>
            </a:r>
          </a:p>
          <a:p/>
          <a:p>
            <a:r>
              <a:t>B-3. 디코딩 능력</a:t>
            </a:r>
          </a:p>
          <a:p>
            <a:r>
              <a:t>   - 4K 8채널 또는 2MP 32채널 동시 라이브 시청 시 부드러움 확인</a:t>
            </a:r>
          </a:p>
          <a:p/>
          <a:p>
            <a:r>
              <a:t>B-4. 장기 부하 테스트</a:t>
            </a:r>
          </a:p>
          <a:p>
            <a:r>
              <a:t>   - 72시간 연속 가동 후 시스템 로그(재부팅, 에러) 점검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3-C. 저장 및 안정성 (Storage &amp; Reliability)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C-1. RAID 구성</a:t>
            </a:r>
          </a:p>
          <a:p>
            <a:r>
              <a:t>   - RAID 5/6 볼륨 생성 및 설정 용이성</a:t>
            </a:r>
          </a:p>
          <a:p/>
          <a:p>
            <a:r>
              <a:t>C-2. HDD 장애 대응 (Rebuild)</a:t>
            </a:r>
          </a:p>
          <a:p>
            <a:r>
              <a:t>   - 녹화 중 HDD 강제 탈거 후 리빌딩 시 녹화 지속 여부 확인</a:t>
            </a:r>
          </a:p>
          <a:p/>
          <a:p>
            <a:r>
              <a:t>C-3. Hot Spare (N+1)</a:t>
            </a:r>
          </a:p>
          <a:p>
            <a:r>
              <a:t>   - 예비 디스크/장비 자동 전환 테스트</a:t>
            </a:r>
          </a:p>
          <a:p/>
          <a:p>
            <a:r>
              <a:t>C-4. ANR (네트워크 단절 보정)</a:t>
            </a:r>
          </a:p>
          <a:p>
            <a:r>
              <a:t>   - 네트워크 재연결 시 카메라 SD카드 데이터 자동 백업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3-D. 지능형 기능 (AI &amp; LPR)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D-1. VCA 분석 (침입/라인 크로싱)</a:t>
            </a:r>
          </a:p>
          <a:p>
            <a:r>
              <a:t>   - 구역 설정 후 객체 진입 시 알람 정확도 (90% 이상)</a:t>
            </a:r>
          </a:p>
          <a:p/>
          <a:p>
            <a:r>
              <a:t>D-2. 객체 구분 (Smart Intrusion Prevention)</a:t>
            </a:r>
          </a:p>
          <a:p>
            <a:r>
              <a:t>   - 사람/차량 분류 필터링 성능 (동물, 나뭇잎 오작동 제외)</a:t>
            </a:r>
          </a:p>
          <a:p/>
          <a:p>
            <a:r>
              <a:t>D-3. 스마트 검색 (AcuSearch)</a:t>
            </a:r>
          </a:p>
          <a:p>
            <a:r>
              <a:t>   - 속성 검색(빨간 옷, 차량 등) 시 검색 속도 측정</a:t>
            </a:r>
          </a:p>
          <a:p/>
          <a:p>
            <a:r>
              <a:t>D-4. 얼굴 인식 (Face Detection)</a:t>
            </a:r>
          </a:p>
          <a:p>
            <a:r>
              <a:t>   - 등록된 얼굴 매칭 및 즉시 알람 표출 여부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3-D. 지능형 기능 (AI &amp; LPR) - 2 (신규)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D-5. 차량번호 인식률 (LPR Accuracy)</a:t>
            </a:r>
          </a:p>
          <a:p>
            <a:r>
              <a:t>   - 주간/야간 환경에서 차량 진입 시 번호판 텍스트 추출 정확도</a:t>
            </a:r>
          </a:p>
          <a:p>
            <a:r>
              <a:t>   - 정지 및 저속 주행 시 인식률 95% 이상 검증</a:t>
            </a:r>
          </a:p>
          <a:p/>
          <a:p>
            <a:r>
              <a:t>D-6. 번호판 검색 (LPR Search)</a:t>
            </a:r>
          </a:p>
          <a:p>
            <a:r>
              <a:t>   - 저장된 영상에서 특정 번호(예: '1234') 검색 시 즉시 결과 표출</a:t>
            </a:r>
          </a:p>
          <a:p/>
          <a:p>
            <a:r>
              <a:t>D-7. 차단기 연동 (Allow/Block List)</a:t>
            </a:r>
          </a:p>
          <a:p>
            <a:r>
              <a:t>   - 화이트리스트 차량 진입 시 알람 아웃(차단기 개방) 신호 동작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3-E. 네트워크 및 보안 / 3-F. 호환성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네트워크 및 보안</a:t>
            </a:r>
          </a:p>
          <a:p>
            <a:r>
              <a:t>- E-1. 원격 접속: 모바일 앱 16분할 라이브 로딩 속도 (3초 이내)</a:t>
            </a:r>
          </a:p>
          <a:p>
            <a:r>
              <a:t>- E-2. 이중화 네트워크: 듀얼 LAN 망 분리 또는 로드 밸런싱</a:t>
            </a:r>
          </a:p>
          <a:p>
            <a:r>
              <a:t>- E-3. 보안: HTTPS 및 802.1x 적용 시 영상 전송 안정성</a:t>
            </a:r>
          </a:p>
          <a:p/>
          <a:p>
            <a:r>
              <a:t>■ 호환성</a:t>
            </a:r>
          </a:p>
          <a:p>
            <a:r>
              <a:t>- F-1. 타사 카메라 ONVIF 연동 (라이브, 녹화, PTZ 제어 확인)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BMT 결과 보고 및 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■ 결과 보고서 항목</a:t>
            </a:r>
          </a:p>
          <a:p>
            <a:r>
              <a:t>- 종합 판정 (적합 / 부적합)</a:t>
            </a:r>
          </a:p>
          <a:p>
            <a:r>
              <a:t>- 주요 이슈 사항 및 개선 필요점</a:t>
            </a:r>
          </a:p>
          <a:p>
            <a:r>
              <a:t>- 운영 권고 사항 (HDD 등급, 네트워크 구성 등)</a:t>
            </a:r>
          </a:p>
          <a:p/>
          <a:p>
            <a:r>
              <a:t>■ 테스트 팁</a:t>
            </a:r>
          </a:p>
          <a:p>
            <a:r>
              <a:t>- LPR 테스트 시 카메라는 번호판 식별이 용이한 높이와 각도로 설치 필요</a:t>
            </a:r>
          </a:p>
          <a:p>
            <a:r>
              <a:t>- 야간 테스트 시 적외선(IR) 반사 주의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